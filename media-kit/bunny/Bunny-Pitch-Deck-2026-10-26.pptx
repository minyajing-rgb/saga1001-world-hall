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jpg"/><Relationship Id="rId11" Type="http://schemas.openxmlformats.org/officeDocument/2006/relationships/image" Target="../media/image13.jpg"/><Relationship Id="rId12" Type="http://schemas.openxmlformats.org/officeDocument/2006/relationships/image" Target="../media/image14.jpg"/><Relationship Id="rId13" Type="http://schemas.openxmlformats.org/officeDocument/2006/relationships/image" Target="../media/image15.jpg"/><Relationship Id="rId14" Type="http://schemas.openxmlformats.org/officeDocument/2006/relationships/image" Target="../media/image16.jpg"/><Relationship Id="rId15" Type="http://schemas.openxmlformats.org/officeDocument/2006/relationships/image" Target="../media/image17.jpg"/><Relationship Id="rId16" Type="http://schemas.openxmlformats.org/officeDocument/2006/relationships/image" Target="../media/image18.jpg"/><Relationship Id="rId17" Type="http://schemas.openxmlformats.org/officeDocument/2006/relationships/image" Target="../media/image19.jpg"/><Relationship Id="rId18" Type="http://schemas.openxmlformats.org/officeDocument/2006/relationships/image" Target="../media/image20.jpg"/><Relationship Id="rId19" Type="http://schemas.openxmlformats.org/officeDocument/2006/relationships/image" Target="../media/image21.jpg"/><Relationship Id="rId20" Type="http://schemas.openxmlformats.org/officeDocument/2006/relationships/image" Target="../media/image22.jpg"/><Relationship Id="rId21" Type="http://schemas.openxmlformats.org/officeDocument/2006/relationships/image" Target="../media/image23.jpg"/><Relationship Id="rId22" Type="http://schemas.openxmlformats.org/officeDocument/2006/relationships/image" Target="../media/image24.jpg"/><Relationship Id="rId23" Type="http://schemas.openxmlformats.org/officeDocument/2006/relationships/image" Target="../media/image25.jpg"/><Relationship Id="rId24" Type="http://schemas.openxmlformats.org/officeDocument/2006/relationships/image" Target="../media/image26.jpg"/><Relationship Id="rId25" Type="http://schemas.openxmlformats.org/officeDocument/2006/relationships/image" Target="../media/image27.jpg"/><Relationship Id="rId26" Type="http://schemas.openxmlformats.org/officeDocument/2006/relationships/image" Target="../media/image28.jpg"/><Relationship Id="rId27" Type="http://schemas.openxmlformats.org/officeDocument/2006/relationships/image" Target="../media/image29.jpg"/><Relationship Id="rId28" Type="http://schemas.openxmlformats.org/officeDocument/2006/relationships/image" Target="../media/image3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jpg"/><Relationship Id="rId4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BUNNY  /  ORIGINAL IP  /  AWARDS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01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95400"/>
            <a:ext cx="10668000" cy="12031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120" b="1">
                <a:solidFill>
                  <a:srgbClr val="181933"/>
                </a:solidFill>
                <a:latin typeface="DM Sans"/>
              </a:defRPr>
            </a:pPr>
            <a:r>
              <a:t>Meet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18360"/>
            <a:ext cx="10668000" cy="1313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720" b="1">
                <a:solidFill>
                  <a:srgbClr val="743FDF"/>
                </a:solidFill>
                <a:latin typeface="DM Sans"/>
              </a:defRPr>
            </a:pPr>
            <a:r>
              <a:t>Miss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" y="3192780"/>
            <a:ext cx="10668000" cy="462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23D"/>
                </a:solidFill>
                <a:latin typeface="DM Sans"/>
              </a:defRPr>
            </a:pPr>
            <a:r>
              <a:t>BUNNY CRYSTAL ORACLE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3718560"/>
            <a:ext cx="10668000" cy="783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64677C"/>
                </a:solidFill>
                <a:latin typeface="DM Sans"/>
              </a:defRPr>
            </a:pPr>
            <a:r>
              <a:t>Original character. 26 illustrated cards.</a:t>
            </a:r>
            <a:br/>
            <a:r>
              <a:t>Human-centered AI reflection.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5196840"/>
            <a:ext cx="3200400" cy="548640"/>
          </a:xfrm>
          <a:prstGeom prst="roundRect">
            <a:avLst/>
          </a:prstGeom>
          <a:solidFill>
            <a:srgbClr val="F6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620" y="5356860"/>
            <a:ext cx="10668000" cy="3082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743FDF"/>
                </a:solidFill>
                <a:latin typeface="DM Sans"/>
              </a:defRPr>
            </a:pPr>
            <a:r>
              <a:t>LIVE WEB PRODUCT  /  26 CARDS</a:t>
            </a:r>
          </a:p>
        </p:txBody>
      </p:sp>
      <p:pic>
        <p:nvPicPr>
          <p:cNvPr id="13" name="Picture 12" descr="official_hero.webp.ppt-render.jpg"/>
          <p:cNvPicPr>
            <a:picLocks noChangeAspect="1"/>
          </p:cNvPicPr>
          <p:nvPr/>
        </p:nvPicPr>
        <p:blipFill>
          <a:blip r:embed="rId3"/>
          <a:srcRect l="16474" r="16474"/>
          <a:stretch>
            <a:fillRect/>
          </a:stretch>
        </p:blipFill>
        <p:spPr>
          <a:xfrm>
            <a:off x="5600700" y="861060"/>
            <a:ext cx="6118860" cy="513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01  /  VERIFIED LIVE BUNNY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02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10668000" cy="982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920" b="1">
                <a:solidFill>
                  <a:srgbClr val="181933"/>
                </a:solidFill>
                <a:latin typeface="DM Sans"/>
              </a:defRPr>
            </a:pPr>
            <a:r>
              <a:t>The real website.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44980"/>
            <a:ext cx="10668000" cy="5071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40" b="1">
                <a:solidFill>
                  <a:srgbClr val="743FDF"/>
                </a:solidFill>
                <a:latin typeface="DM Sans"/>
              </a:defRPr>
            </a:pPr>
            <a:r>
              <a:t>Desktop &amp; mobile • 26 Oct 2026</a:t>
            </a:r>
          </a:p>
        </p:txBody>
      </p:sp>
      <p:pic>
        <p:nvPicPr>
          <p:cNvPr id="9" name="Picture 8" descr="bunny_live_desktop.jpg.ppt-render.jpg"/>
          <p:cNvPicPr>
            <a:picLocks noChangeAspect="1"/>
          </p:cNvPicPr>
          <p:nvPr/>
        </p:nvPicPr>
        <p:blipFill>
          <a:blip r:embed="rId3"/>
          <a:srcRect t="2000" b="2000"/>
          <a:stretch>
            <a:fillRect/>
          </a:stretch>
        </p:blipFill>
        <p:spPr>
          <a:xfrm>
            <a:off x="594360" y="2331720"/>
            <a:ext cx="6477000" cy="3886200"/>
          </a:xfrm>
          <a:prstGeom prst="rect">
            <a:avLst/>
          </a:prstGeom>
        </p:spPr>
      </p:pic>
      <p:pic>
        <p:nvPicPr>
          <p:cNvPr id="10" name="Picture 9" descr="bunny_live_mobile.jpg.ppt-render.jpg"/>
          <p:cNvPicPr>
            <a:picLocks noChangeAspect="1"/>
          </p:cNvPicPr>
          <p:nvPr/>
        </p:nvPicPr>
        <p:blipFill>
          <a:blip r:embed="rId4"/>
          <a:srcRect t="567" b="567"/>
          <a:stretch>
            <a:fillRect/>
          </a:stretch>
        </p:blipFill>
        <p:spPr>
          <a:xfrm>
            <a:off x="7360920" y="2331720"/>
            <a:ext cx="1813560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80220" y="2697480"/>
            <a:ext cx="2209800" cy="2857500"/>
          </a:xfrm>
          <a:prstGeom prst="round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2971800"/>
            <a:ext cx="2667000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43FDF"/>
                </a:solidFill>
                <a:latin typeface="DM Sans"/>
              </a:defRPr>
            </a:pPr>
            <a:r>
              <a:t>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3520440"/>
            <a:ext cx="2667000" cy="341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1E223D"/>
                </a:solidFill>
                <a:latin typeface="DM Sans"/>
              </a:defRPr>
            </a:pPr>
            <a:r>
              <a:t>Source: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0" y="3832860"/>
            <a:ext cx="266700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Actual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0" y="4091939"/>
            <a:ext cx="266700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website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4602480"/>
            <a:ext cx="2667000" cy="36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1E223D"/>
                </a:solidFill>
                <a:latin typeface="DM Sans"/>
              </a:defRPr>
            </a:pPr>
            <a:r>
              <a:t>No mockups.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02  /  BUNNY'S ORIGINAL CRYSTAL-ORACLE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03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38200"/>
            <a:ext cx="106680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81933"/>
                </a:solidFill>
                <a:latin typeface="DM Sans"/>
              </a:defRPr>
            </a:pPr>
            <a:r>
              <a:t>The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62100"/>
            <a:ext cx="106680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743FDF"/>
                </a:solidFill>
                <a:latin typeface="DM Sans"/>
              </a:defRPr>
            </a:pPr>
            <a:r>
              <a:t>card illustrations.</a:t>
            </a:r>
          </a:p>
        </p:txBody>
      </p:sp>
      <p:pic>
        <p:nvPicPr>
          <p:cNvPr id="9" name="Picture 8" descr="card_01.jpg.ppt-render.jpg"/>
          <p:cNvPicPr>
            <a:picLocks noChangeAspect="1"/>
          </p:cNvPicPr>
          <p:nvPr/>
        </p:nvPicPr>
        <p:blipFill>
          <a:blip r:embed="rId3"/>
          <a:srcRect t="4417" b="4417"/>
          <a:stretch>
            <a:fillRect/>
          </a:stretch>
        </p:blipFill>
        <p:spPr>
          <a:xfrm>
            <a:off x="571500" y="2552700"/>
            <a:ext cx="1264920" cy="2049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The Emperor</a:t>
            </a:r>
          </a:p>
        </p:txBody>
      </p:sp>
      <p:pic>
        <p:nvPicPr>
          <p:cNvPr id="11" name="Picture 10" descr="card_02.jpg.ppt-render.jpg"/>
          <p:cNvPicPr>
            <a:picLocks noChangeAspect="1"/>
          </p:cNvPicPr>
          <p:nvPr/>
        </p:nvPicPr>
        <p:blipFill>
          <a:blip r:embed="rId4"/>
          <a:srcRect t="4417" b="4417"/>
          <a:stretch>
            <a:fillRect/>
          </a:stretch>
        </p:blipFill>
        <p:spPr>
          <a:xfrm>
            <a:off x="1965960" y="2552700"/>
            <a:ext cx="1264920" cy="2049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6596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The Empress</a:t>
            </a:r>
          </a:p>
        </p:txBody>
      </p:sp>
      <p:pic>
        <p:nvPicPr>
          <p:cNvPr id="13" name="Picture 12" descr="card_03.jpg.ppt-render.jpg"/>
          <p:cNvPicPr>
            <a:picLocks noChangeAspect="1"/>
          </p:cNvPicPr>
          <p:nvPr/>
        </p:nvPicPr>
        <p:blipFill>
          <a:blip r:embed="rId5"/>
          <a:srcRect t="4417" b="4417"/>
          <a:stretch>
            <a:fillRect/>
          </a:stretch>
        </p:blipFill>
        <p:spPr>
          <a:xfrm>
            <a:off x="3360420" y="2552700"/>
            <a:ext cx="1264920" cy="20497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6042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Sacred Eye</a:t>
            </a:r>
          </a:p>
        </p:txBody>
      </p:sp>
      <p:pic>
        <p:nvPicPr>
          <p:cNvPr id="15" name="Picture 14" descr="card_04.jpg.ppt-render.jpg"/>
          <p:cNvPicPr>
            <a:picLocks noChangeAspect="1"/>
          </p:cNvPicPr>
          <p:nvPr/>
        </p:nvPicPr>
        <p:blipFill>
          <a:blip r:embed="rId6"/>
          <a:srcRect t="4417" b="4417"/>
          <a:stretch>
            <a:fillRect/>
          </a:stretch>
        </p:blipFill>
        <p:spPr>
          <a:xfrm>
            <a:off x="4754880" y="2552700"/>
            <a:ext cx="1264920" cy="20497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Star Priestess</a:t>
            </a:r>
          </a:p>
        </p:txBody>
      </p:sp>
      <p:pic>
        <p:nvPicPr>
          <p:cNvPr id="17" name="Picture 16" descr="card_05.jpg.ppt-render.jpg"/>
          <p:cNvPicPr>
            <a:picLocks noChangeAspect="1"/>
          </p:cNvPicPr>
          <p:nvPr/>
        </p:nvPicPr>
        <p:blipFill>
          <a:blip r:embed="rId7"/>
          <a:srcRect t="4417" b="4417"/>
          <a:stretch>
            <a:fillRect/>
          </a:stretch>
        </p:blipFill>
        <p:spPr>
          <a:xfrm>
            <a:off x="6149340" y="2552700"/>
            <a:ext cx="1264920" cy="20497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4934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Aphrodite Bunnie</a:t>
            </a:r>
          </a:p>
        </p:txBody>
      </p:sp>
      <p:pic>
        <p:nvPicPr>
          <p:cNvPr id="19" name="Picture 18" descr="card_06.jpg.ppt-render.jpg"/>
          <p:cNvPicPr>
            <a:picLocks noChangeAspect="1"/>
          </p:cNvPicPr>
          <p:nvPr/>
        </p:nvPicPr>
        <p:blipFill>
          <a:blip r:embed="rId8"/>
          <a:srcRect t="4417" b="4417"/>
          <a:stretch>
            <a:fillRect/>
          </a:stretch>
        </p:blipFill>
        <p:spPr>
          <a:xfrm>
            <a:off x="7543800" y="2552700"/>
            <a:ext cx="1264920" cy="20497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4380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Child of Plenty</a:t>
            </a:r>
          </a:p>
        </p:txBody>
      </p:sp>
      <p:pic>
        <p:nvPicPr>
          <p:cNvPr id="21" name="Picture 20" descr="card_07.jpg.ppt-render.jpg"/>
          <p:cNvPicPr>
            <a:picLocks noChangeAspect="1"/>
          </p:cNvPicPr>
          <p:nvPr/>
        </p:nvPicPr>
        <p:blipFill>
          <a:blip r:embed="rId9"/>
          <a:srcRect t="4417" b="4417"/>
          <a:stretch>
            <a:fillRect/>
          </a:stretch>
        </p:blipFill>
        <p:spPr>
          <a:xfrm>
            <a:off x="8938260" y="2552700"/>
            <a:ext cx="1264920" cy="20497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3826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The Stabilizer</a:t>
            </a:r>
          </a:p>
        </p:txBody>
      </p:sp>
      <p:pic>
        <p:nvPicPr>
          <p:cNvPr id="23" name="Picture 22" descr="card_08.jpg.ppt-render.jpg"/>
          <p:cNvPicPr>
            <a:picLocks noChangeAspect="1"/>
          </p:cNvPicPr>
          <p:nvPr/>
        </p:nvPicPr>
        <p:blipFill>
          <a:blip r:embed="rId10"/>
          <a:srcRect t="4417" b="4417"/>
          <a:stretch>
            <a:fillRect/>
          </a:stretch>
        </p:blipFill>
        <p:spPr>
          <a:xfrm>
            <a:off x="10332720" y="2552700"/>
            <a:ext cx="1264920" cy="20497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332720" y="4732020"/>
            <a:ext cx="133350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E223D"/>
                </a:solidFill>
                <a:latin typeface="DM Sans"/>
              </a:defRPr>
            </a:pPr>
            <a:r>
              <a:t>Spirit of Waters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1066800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All eight images above come from Bunny's active production cardImageMap.jsx.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03  /  THE COMPLETE 26-CARD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04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53440"/>
            <a:ext cx="10668000" cy="8164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19" b="1">
                <a:solidFill>
                  <a:srgbClr val="181933"/>
                </a:solidFill>
                <a:latin typeface="DM Sans"/>
              </a:defRPr>
            </a:pPr>
            <a:r>
              <a:t>26 cards. One coherent visual IP.</a:t>
            </a:r>
          </a:p>
        </p:txBody>
      </p:sp>
      <p:pic>
        <p:nvPicPr>
          <p:cNvPr id="8" name="Picture 7" descr="card_01.jpg.ppt-render.jpg"/>
          <p:cNvPicPr>
            <a:picLocks noChangeAspect="1"/>
          </p:cNvPicPr>
          <p:nvPr/>
        </p:nvPicPr>
        <p:blipFill>
          <a:blip r:embed="rId3"/>
          <a:srcRect l="6488" r="6488"/>
          <a:stretch>
            <a:fillRect/>
          </a:stretch>
        </p:blipFill>
        <p:spPr>
          <a:xfrm>
            <a:off x="594360" y="1874519"/>
            <a:ext cx="71628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344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01</a:t>
            </a:r>
          </a:p>
        </p:txBody>
      </p:sp>
      <p:pic>
        <p:nvPicPr>
          <p:cNvPr id="10" name="Picture 9" descr="card_02.jpg.ppt-render.jpg"/>
          <p:cNvPicPr>
            <a:picLocks noChangeAspect="1"/>
          </p:cNvPicPr>
          <p:nvPr/>
        </p:nvPicPr>
        <p:blipFill>
          <a:blip r:embed="rId4"/>
          <a:srcRect l="6488" r="6488"/>
          <a:stretch>
            <a:fillRect/>
          </a:stretch>
        </p:blipFill>
        <p:spPr>
          <a:xfrm>
            <a:off x="1440180" y="1874519"/>
            <a:ext cx="71628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926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02</a:t>
            </a:r>
          </a:p>
        </p:txBody>
      </p:sp>
      <p:pic>
        <p:nvPicPr>
          <p:cNvPr id="12" name="Picture 11" descr="card_03.jpg.ppt-render.jpg"/>
          <p:cNvPicPr>
            <a:picLocks noChangeAspect="1"/>
          </p:cNvPicPr>
          <p:nvPr/>
        </p:nvPicPr>
        <p:blipFill>
          <a:blip r:embed="rId5"/>
          <a:srcRect l="6488" r="6488"/>
          <a:stretch>
            <a:fillRect/>
          </a:stretch>
        </p:blipFill>
        <p:spPr>
          <a:xfrm>
            <a:off x="2286000" y="1874519"/>
            <a:ext cx="71628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508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03</a:t>
            </a:r>
          </a:p>
        </p:txBody>
      </p:sp>
      <p:pic>
        <p:nvPicPr>
          <p:cNvPr id="14" name="Picture 13" descr="card_04.jpg.ppt-render.jpg"/>
          <p:cNvPicPr>
            <a:picLocks noChangeAspect="1"/>
          </p:cNvPicPr>
          <p:nvPr/>
        </p:nvPicPr>
        <p:blipFill>
          <a:blip r:embed="rId6"/>
          <a:srcRect l="6488" r="6488"/>
          <a:stretch>
            <a:fillRect/>
          </a:stretch>
        </p:blipFill>
        <p:spPr>
          <a:xfrm>
            <a:off x="3131820" y="1874519"/>
            <a:ext cx="71628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9090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04</a:t>
            </a:r>
          </a:p>
        </p:txBody>
      </p:sp>
      <p:pic>
        <p:nvPicPr>
          <p:cNvPr id="16" name="Picture 15" descr="card_05.jpg.ppt-render.jpg"/>
          <p:cNvPicPr>
            <a:picLocks noChangeAspect="1"/>
          </p:cNvPicPr>
          <p:nvPr/>
        </p:nvPicPr>
        <p:blipFill>
          <a:blip r:embed="rId7"/>
          <a:srcRect l="6488" r="6488"/>
          <a:stretch>
            <a:fillRect/>
          </a:stretch>
        </p:blipFill>
        <p:spPr>
          <a:xfrm>
            <a:off x="3977639" y="1874519"/>
            <a:ext cx="71628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3672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05</a:t>
            </a:r>
          </a:p>
        </p:txBody>
      </p:sp>
      <p:pic>
        <p:nvPicPr>
          <p:cNvPr id="18" name="Picture 17" descr="card_06.jpg.ppt-render.jpg"/>
          <p:cNvPicPr>
            <a:picLocks noChangeAspect="1"/>
          </p:cNvPicPr>
          <p:nvPr/>
        </p:nvPicPr>
        <p:blipFill>
          <a:blip r:embed="rId8"/>
          <a:srcRect l="6488" r="6488"/>
          <a:stretch>
            <a:fillRect/>
          </a:stretch>
        </p:blipFill>
        <p:spPr>
          <a:xfrm>
            <a:off x="4823460" y="1874519"/>
            <a:ext cx="716280" cy="1463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8254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06</a:t>
            </a:r>
          </a:p>
        </p:txBody>
      </p:sp>
      <p:pic>
        <p:nvPicPr>
          <p:cNvPr id="20" name="Picture 19" descr="card_07.jpg.ppt-render.jpg"/>
          <p:cNvPicPr>
            <a:picLocks noChangeAspect="1"/>
          </p:cNvPicPr>
          <p:nvPr/>
        </p:nvPicPr>
        <p:blipFill>
          <a:blip r:embed="rId9"/>
          <a:srcRect l="6488" r="6488"/>
          <a:stretch>
            <a:fillRect/>
          </a:stretch>
        </p:blipFill>
        <p:spPr>
          <a:xfrm>
            <a:off x="5669280" y="1874519"/>
            <a:ext cx="716280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2836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07</a:t>
            </a:r>
          </a:p>
        </p:txBody>
      </p:sp>
      <p:pic>
        <p:nvPicPr>
          <p:cNvPr id="22" name="Picture 21" descr="card_08.jpg.ppt-render.jpg"/>
          <p:cNvPicPr>
            <a:picLocks noChangeAspect="1"/>
          </p:cNvPicPr>
          <p:nvPr/>
        </p:nvPicPr>
        <p:blipFill>
          <a:blip r:embed="rId10"/>
          <a:srcRect l="6488" r="6488"/>
          <a:stretch>
            <a:fillRect/>
          </a:stretch>
        </p:blipFill>
        <p:spPr>
          <a:xfrm>
            <a:off x="6515100" y="1874519"/>
            <a:ext cx="716280" cy="1463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7418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08</a:t>
            </a:r>
          </a:p>
        </p:txBody>
      </p:sp>
      <p:pic>
        <p:nvPicPr>
          <p:cNvPr id="24" name="Picture 23" descr="card_09.jpg.ppt-render.jpg"/>
          <p:cNvPicPr>
            <a:picLocks noChangeAspect="1"/>
          </p:cNvPicPr>
          <p:nvPr/>
        </p:nvPicPr>
        <p:blipFill>
          <a:blip r:embed="rId11"/>
          <a:srcRect l="6488" r="6488"/>
          <a:stretch>
            <a:fillRect/>
          </a:stretch>
        </p:blipFill>
        <p:spPr>
          <a:xfrm>
            <a:off x="7360920" y="1874519"/>
            <a:ext cx="716280" cy="146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09</a:t>
            </a:r>
          </a:p>
        </p:txBody>
      </p:sp>
      <p:pic>
        <p:nvPicPr>
          <p:cNvPr id="26" name="Picture 25" descr="card_10.jpg.ppt-render.jpg"/>
          <p:cNvPicPr>
            <a:picLocks noChangeAspect="1"/>
          </p:cNvPicPr>
          <p:nvPr/>
        </p:nvPicPr>
        <p:blipFill>
          <a:blip r:embed="rId12"/>
          <a:srcRect l="6488" r="6488"/>
          <a:stretch>
            <a:fillRect/>
          </a:stretch>
        </p:blipFill>
        <p:spPr>
          <a:xfrm>
            <a:off x="8206740" y="1874519"/>
            <a:ext cx="716280" cy="1463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6582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10</a:t>
            </a:r>
          </a:p>
        </p:txBody>
      </p:sp>
      <p:pic>
        <p:nvPicPr>
          <p:cNvPr id="28" name="Picture 27" descr="card_11.jpg.ppt-render.jpg"/>
          <p:cNvPicPr>
            <a:picLocks noChangeAspect="1"/>
          </p:cNvPicPr>
          <p:nvPr/>
        </p:nvPicPr>
        <p:blipFill>
          <a:blip r:embed="rId13"/>
          <a:srcRect l="6488" r="6488"/>
          <a:stretch>
            <a:fillRect/>
          </a:stretch>
        </p:blipFill>
        <p:spPr>
          <a:xfrm>
            <a:off x="9052560" y="1874519"/>
            <a:ext cx="716280" cy="1463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1164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11</a:t>
            </a:r>
          </a:p>
        </p:txBody>
      </p:sp>
      <p:pic>
        <p:nvPicPr>
          <p:cNvPr id="30" name="Picture 29" descr="card_12.jpg.ppt-render.jpg"/>
          <p:cNvPicPr>
            <a:picLocks noChangeAspect="1"/>
          </p:cNvPicPr>
          <p:nvPr/>
        </p:nvPicPr>
        <p:blipFill>
          <a:blip r:embed="rId14"/>
          <a:srcRect l="6488" r="6488"/>
          <a:stretch>
            <a:fillRect/>
          </a:stretch>
        </p:blipFill>
        <p:spPr>
          <a:xfrm>
            <a:off x="9898380" y="1874519"/>
            <a:ext cx="716280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5746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12</a:t>
            </a:r>
          </a:p>
        </p:txBody>
      </p:sp>
      <p:pic>
        <p:nvPicPr>
          <p:cNvPr id="32" name="Picture 31" descr="card_13.jpg.ppt-render.jpg"/>
          <p:cNvPicPr>
            <a:picLocks noChangeAspect="1"/>
          </p:cNvPicPr>
          <p:nvPr/>
        </p:nvPicPr>
        <p:blipFill>
          <a:blip r:embed="rId15"/>
          <a:srcRect l="6488" r="6488"/>
          <a:stretch>
            <a:fillRect/>
          </a:stretch>
        </p:blipFill>
        <p:spPr>
          <a:xfrm>
            <a:off x="10744200" y="1874519"/>
            <a:ext cx="716280" cy="146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03280" y="334518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13</a:t>
            </a:r>
          </a:p>
        </p:txBody>
      </p:sp>
      <p:pic>
        <p:nvPicPr>
          <p:cNvPr id="34" name="Picture 33" descr="card_14.jpg.ppt-render.jpg"/>
          <p:cNvPicPr>
            <a:picLocks noChangeAspect="1"/>
          </p:cNvPicPr>
          <p:nvPr/>
        </p:nvPicPr>
        <p:blipFill>
          <a:blip r:embed="rId16"/>
          <a:srcRect l="6488" r="6488"/>
          <a:stretch>
            <a:fillRect/>
          </a:stretch>
        </p:blipFill>
        <p:spPr>
          <a:xfrm>
            <a:off x="594360" y="3787140"/>
            <a:ext cx="716280" cy="14630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344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14</a:t>
            </a:r>
          </a:p>
        </p:txBody>
      </p:sp>
      <p:pic>
        <p:nvPicPr>
          <p:cNvPr id="36" name="Picture 35" descr="card_15.jpg.ppt-render.jpg"/>
          <p:cNvPicPr>
            <a:picLocks noChangeAspect="1"/>
          </p:cNvPicPr>
          <p:nvPr/>
        </p:nvPicPr>
        <p:blipFill>
          <a:blip r:embed="rId17"/>
          <a:srcRect l="6488" r="6488"/>
          <a:stretch>
            <a:fillRect/>
          </a:stretch>
        </p:blipFill>
        <p:spPr>
          <a:xfrm>
            <a:off x="1440180" y="3787140"/>
            <a:ext cx="716280" cy="14630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9926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15</a:t>
            </a:r>
          </a:p>
        </p:txBody>
      </p:sp>
      <p:pic>
        <p:nvPicPr>
          <p:cNvPr id="38" name="Picture 37" descr="card_16.jpg.ppt-render.jpg"/>
          <p:cNvPicPr>
            <a:picLocks noChangeAspect="1"/>
          </p:cNvPicPr>
          <p:nvPr/>
        </p:nvPicPr>
        <p:blipFill>
          <a:blip r:embed="rId18"/>
          <a:srcRect l="6488" r="6488"/>
          <a:stretch>
            <a:fillRect/>
          </a:stretch>
        </p:blipFill>
        <p:spPr>
          <a:xfrm>
            <a:off x="2286000" y="3787140"/>
            <a:ext cx="716280" cy="14630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54508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16</a:t>
            </a:r>
          </a:p>
        </p:txBody>
      </p:sp>
      <p:pic>
        <p:nvPicPr>
          <p:cNvPr id="40" name="Picture 39" descr="card_17.jpg.ppt-render.jpg"/>
          <p:cNvPicPr>
            <a:picLocks noChangeAspect="1"/>
          </p:cNvPicPr>
          <p:nvPr/>
        </p:nvPicPr>
        <p:blipFill>
          <a:blip r:embed="rId19"/>
          <a:srcRect l="6488" r="6488"/>
          <a:stretch>
            <a:fillRect/>
          </a:stretch>
        </p:blipFill>
        <p:spPr>
          <a:xfrm>
            <a:off x="3131820" y="3787140"/>
            <a:ext cx="716280" cy="14630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39090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17</a:t>
            </a:r>
          </a:p>
        </p:txBody>
      </p:sp>
      <p:pic>
        <p:nvPicPr>
          <p:cNvPr id="42" name="Picture 41" descr="card_18.jpg.ppt-render.jpg"/>
          <p:cNvPicPr>
            <a:picLocks noChangeAspect="1"/>
          </p:cNvPicPr>
          <p:nvPr/>
        </p:nvPicPr>
        <p:blipFill>
          <a:blip r:embed="rId20"/>
          <a:srcRect l="6488" r="6488"/>
          <a:stretch>
            <a:fillRect/>
          </a:stretch>
        </p:blipFill>
        <p:spPr>
          <a:xfrm>
            <a:off x="3977639" y="3787140"/>
            <a:ext cx="716280" cy="14630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23672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18</a:t>
            </a:r>
          </a:p>
        </p:txBody>
      </p:sp>
      <p:pic>
        <p:nvPicPr>
          <p:cNvPr id="44" name="Picture 43" descr="card_19.jpg.ppt-render.jpg"/>
          <p:cNvPicPr>
            <a:picLocks noChangeAspect="1"/>
          </p:cNvPicPr>
          <p:nvPr/>
        </p:nvPicPr>
        <p:blipFill>
          <a:blip r:embed="rId21"/>
          <a:srcRect l="6488" r="6488"/>
          <a:stretch>
            <a:fillRect/>
          </a:stretch>
        </p:blipFill>
        <p:spPr>
          <a:xfrm>
            <a:off x="4823460" y="3787140"/>
            <a:ext cx="716280" cy="14630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08254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19</a:t>
            </a:r>
          </a:p>
        </p:txBody>
      </p:sp>
      <p:pic>
        <p:nvPicPr>
          <p:cNvPr id="46" name="Picture 45" descr="card_20.jpg.ppt-render.jpg"/>
          <p:cNvPicPr>
            <a:picLocks noChangeAspect="1"/>
          </p:cNvPicPr>
          <p:nvPr/>
        </p:nvPicPr>
        <p:blipFill>
          <a:blip r:embed="rId22"/>
          <a:srcRect l="6488" r="6488"/>
          <a:stretch>
            <a:fillRect/>
          </a:stretch>
        </p:blipFill>
        <p:spPr>
          <a:xfrm>
            <a:off x="5669280" y="3787140"/>
            <a:ext cx="716280" cy="14630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2836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20</a:t>
            </a:r>
          </a:p>
        </p:txBody>
      </p:sp>
      <p:pic>
        <p:nvPicPr>
          <p:cNvPr id="48" name="Picture 47" descr="card_21.jpg.ppt-render.jpg"/>
          <p:cNvPicPr>
            <a:picLocks noChangeAspect="1"/>
          </p:cNvPicPr>
          <p:nvPr/>
        </p:nvPicPr>
        <p:blipFill>
          <a:blip r:embed="rId23"/>
          <a:srcRect l="6488" r="6488"/>
          <a:stretch>
            <a:fillRect/>
          </a:stretch>
        </p:blipFill>
        <p:spPr>
          <a:xfrm>
            <a:off x="6515100" y="3787140"/>
            <a:ext cx="716280" cy="14630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7418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21</a:t>
            </a:r>
          </a:p>
        </p:txBody>
      </p:sp>
      <p:pic>
        <p:nvPicPr>
          <p:cNvPr id="50" name="Picture 49" descr="card_22.jpg.ppt-render.jpg"/>
          <p:cNvPicPr>
            <a:picLocks noChangeAspect="1"/>
          </p:cNvPicPr>
          <p:nvPr/>
        </p:nvPicPr>
        <p:blipFill>
          <a:blip r:embed="rId24"/>
          <a:srcRect l="6488" r="6488"/>
          <a:stretch>
            <a:fillRect/>
          </a:stretch>
        </p:blipFill>
        <p:spPr>
          <a:xfrm>
            <a:off x="7360920" y="3787140"/>
            <a:ext cx="716280" cy="14630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62000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22</a:t>
            </a:r>
          </a:p>
        </p:txBody>
      </p:sp>
      <p:pic>
        <p:nvPicPr>
          <p:cNvPr id="52" name="Picture 51" descr="card_23.jpg.ppt-render.jpg"/>
          <p:cNvPicPr>
            <a:picLocks noChangeAspect="1"/>
          </p:cNvPicPr>
          <p:nvPr/>
        </p:nvPicPr>
        <p:blipFill>
          <a:blip r:embed="rId25"/>
          <a:srcRect l="6488" r="6488"/>
          <a:stretch>
            <a:fillRect/>
          </a:stretch>
        </p:blipFill>
        <p:spPr>
          <a:xfrm>
            <a:off x="8206740" y="3787140"/>
            <a:ext cx="716280" cy="14630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46582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23</a:t>
            </a:r>
          </a:p>
        </p:txBody>
      </p:sp>
      <p:pic>
        <p:nvPicPr>
          <p:cNvPr id="54" name="Picture 53" descr="card_24.jpg.ppt-render.jpg"/>
          <p:cNvPicPr>
            <a:picLocks noChangeAspect="1"/>
          </p:cNvPicPr>
          <p:nvPr/>
        </p:nvPicPr>
        <p:blipFill>
          <a:blip r:embed="rId26"/>
          <a:srcRect l="6488" r="6488"/>
          <a:stretch>
            <a:fillRect/>
          </a:stretch>
        </p:blipFill>
        <p:spPr>
          <a:xfrm>
            <a:off x="9052560" y="3787140"/>
            <a:ext cx="716280" cy="14630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31164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24</a:t>
            </a:r>
          </a:p>
        </p:txBody>
      </p:sp>
      <p:pic>
        <p:nvPicPr>
          <p:cNvPr id="56" name="Picture 55" descr="card_25.jpg.ppt-render.jpg"/>
          <p:cNvPicPr>
            <a:picLocks noChangeAspect="1"/>
          </p:cNvPicPr>
          <p:nvPr/>
        </p:nvPicPr>
        <p:blipFill>
          <a:blip r:embed="rId27"/>
          <a:srcRect l="6488" r="6488"/>
          <a:stretch>
            <a:fillRect/>
          </a:stretch>
        </p:blipFill>
        <p:spPr>
          <a:xfrm>
            <a:off x="9898380" y="3787140"/>
            <a:ext cx="716280" cy="14630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5746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25</a:t>
            </a:r>
          </a:p>
        </p:txBody>
      </p:sp>
      <p:pic>
        <p:nvPicPr>
          <p:cNvPr id="58" name="Picture 57" descr="card_26.jpg.ppt-render.jpg"/>
          <p:cNvPicPr>
            <a:picLocks noChangeAspect="1"/>
          </p:cNvPicPr>
          <p:nvPr/>
        </p:nvPicPr>
        <p:blipFill>
          <a:blip r:embed="rId28"/>
          <a:srcRect l="6488" r="6488"/>
          <a:stretch>
            <a:fillRect/>
          </a:stretch>
        </p:blipFill>
        <p:spPr>
          <a:xfrm>
            <a:off x="10744200" y="3787140"/>
            <a:ext cx="716280" cy="146304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003280" y="5257800"/>
            <a:ext cx="381000" cy="230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64677C"/>
                </a:solidFill>
                <a:latin typeface="DM Sans"/>
              </a:defRPr>
            </a:pPr>
            <a:r>
              <a:t>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595884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4677C"/>
                </a:solidFill>
                <a:latin typeface="DM Sans"/>
              </a:defRPr>
            </a:pPr>
            <a:r>
              <a:t>Original card image files • exact 26-card production map • no generated replacements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04  /  THE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05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30580"/>
            <a:ext cx="10668000" cy="97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60" b="1">
                <a:solidFill>
                  <a:srgbClr val="181933"/>
                </a:solidFill>
                <a:latin typeface="DM Sans"/>
              </a:defRPr>
            </a:pPr>
            <a:r>
              <a:t>Cards become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0668000" cy="97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60" b="1">
                <a:solidFill>
                  <a:srgbClr val="743FDF"/>
                </a:solidFill>
                <a:latin typeface="DM Sans"/>
              </a:defRPr>
            </a:pPr>
            <a:r>
              <a:t>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06040"/>
            <a:ext cx="2644140" cy="792480"/>
          </a:xfrm>
          <a:prstGeom prst="round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50820"/>
            <a:ext cx="10668000" cy="496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743FDF"/>
                </a:solidFill>
                <a:latin typeface="DM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2540" y="2880360"/>
            <a:ext cx="10668000" cy="286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E223D"/>
                </a:solidFill>
                <a:latin typeface="DM Sans"/>
              </a:defRPr>
            </a:pPr>
            <a:r>
              <a:t>Explore original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4240" y="2606040"/>
            <a:ext cx="2644140" cy="792480"/>
          </a:xfrm>
          <a:prstGeom prst="round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1400" y="2750820"/>
            <a:ext cx="8610600" cy="496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743FDF"/>
                </a:solidFill>
                <a:latin typeface="DM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2420" y="2880360"/>
            <a:ext cx="8069579" cy="286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E223D"/>
                </a:solidFill>
                <a:latin typeface="DM Sans"/>
              </a:defRPr>
            </a:pPr>
            <a:r>
              <a:t>Pick a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4120" y="2606040"/>
            <a:ext cx="2644140" cy="792480"/>
          </a:xfrm>
          <a:prstGeom prst="round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1280" y="2750820"/>
            <a:ext cx="5760720" cy="496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743FDF"/>
                </a:solidFill>
                <a:latin typeface="DM San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2880360"/>
            <a:ext cx="5219700" cy="286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E223D"/>
                </a:solidFill>
                <a:latin typeface="DM Sans"/>
              </a:defRPr>
            </a:pPr>
            <a:r>
              <a:t>Read an interpretation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606040"/>
            <a:ext cx="2644140" cy="792480"/>
          </a:xfrm>
          <a:prstGeom prst="round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750820"/>
            <a:ext cx="2910840" cy="496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743FDF"/>
                </a:solidFill>
                <a:latin typeface="DM San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2180" y="2880360"/>
            <a:ext cx="2369820" cy="286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E223D"/>
                </a:solidFill>
                <a:latin typeface="DM Sans"/>
              </a:defRPr>
            </a:pPr>
            <a:r>
              <a:t>Return for daily reflection</a:t>
            </a:r>
          </a:p>
        </p:txBody>
      </p:sp>
      <p:pic>
        <p:nvPicPr>
          <p:cNvPr id="21" name="Picture 20" descr="official_reading.webp.ppt-render.jpg"/>
          <p:cNvPicPr>
            <a:picLocks noChangeAspect="1"/>
          </p:cNvPicPr>
          <p:nvPr/>
        </p:nvPicPr>
        <p:blipFill>
          <a:blip r:embed="rId3"/>
          <a:srcRect t="11997" b="11997"/>
          <a:stretch>
            <a:fillRect/>
          </a:stretch>
        </p:blipFill>
        <p:spPr>
          <a:xfrm>
            <a:off x="594360" y="3657600"/>
            <a:ext cx="5379720" cy="2301240"/>
          </a:xfrm>
          <a:prstGeom prst="rect">
            <a:avLst/>
          </a:prstGeom>
        </p:spPr>
      </p:pic>
      <p:pic>
        <p:nvPicPr>
          <p:cNvPr id="22" name="Picture 21" descr="official_daily.webp.ppt-render.jpg"/>
          <p:cNvPicPr>
            <a:picLocks noChangeAspect="1"/>
          </p:cNvPicPr>
          <p:nvPr/>
        </p:nvPicPr>
        <p:blipFill>
          <a:blip r:embed="rId4"/>
          <a:srcRect t="11997" b="11997"/>
          <a:stretch>
            <a:fillRect/>
          </a:stretch>
        </p:blipFill>
        <p:spPr>
          <a:xfrm>
            <a:off x="6195060" y="3657600"/>
            <a:ext cx="5379720" cy="2301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" y="6027420"/>
            <a:ext cx="10668000" cy="264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4677C"/>
                </a:solidFill>
                <a:latin typeface="DM Sans"/>
              </a:defRPr>
            </a:pPr>
            <a:r>
              <a:t>Official reading artwork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6027420"/>
            <a:ext cx="5882640" cy="264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4677C"/>
                </a:solidFill>
                <a:latin typeface="DM Sans"/>
              </a:defRPr>
            </a:pPr>
            <a:r>
              <a:t>Official daily sign artwork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05  /  THE REAL SAGA1001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06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1060"/>
            <a:ext cx="10668000" cy="949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740" b="1">
                <a:solidFill>
                  <a:srgbClr val="181933"/>
                </a:solidFill>
                <a:latin typeface="DM Sans"/>
              </a:defRPr>
            </a:pPr>
            <a:r>
              <a:t>A Kinder World.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7820"/>
            <a:ext cx="10668000" cy="949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740" b="1">
                <a:solidFill>
                  <a:srgbClr val="743FDF"/>
                </a:solidFill>
                <a:latin typeface="DM Sans"/>
              </a:defRPr>
            </a:pPr>
            <a:r>
              <a:t>A Brighter You.</a:t>
            </a:r>
          </a:p>
        </p:txBody>
      </p:sp>
      <p:pic>
        <p:nvPicPr>
          <p:cNvPr id="9" name="Picture 8" descr="saga_live_desktop.jpg.ppt-render.jpg"/>
          <p:cNvPicPr>
            <a:picLocks noChangeAspect="1"/>
          </p:cNvPicPr>
          <p:nvPr/>
        </p:nvPicPr>
        <p:blipFill>
          <a:blip r:embed="rId3"/>
          <a:srcRect t="5546" b="5546"/>
          <a:stretch>
            <a:fillRect/>
          </a:stretch>
        </p:blipFill>
        <p:spPr>
          <a:xfrm>
            <a:off x="594360" y="2453640"/>
            <a:ext cx="6842760" cy="3802380"/>
          </a:xfrm>
          <a:prstGeom prst="rect">
            <a:avLst/>
          </a:prstGeom>
        </p:spPr>
      </p:pic>
      <p:pic>
        <p:nvPicPr>
          <p:cNvPr id="10" name="Picture 9" descr="official_hero.webp.ppt-render.jpg"/>
          <p:cNvPicPr>
            <a:picLocks noChangeAspect="1"/>
          </p:cNvPicPr>
          <p:nvPr/>
        </p:nvPicPr>
        <p:blipFill>
          <a:blip r:embed="rId4"/>
          <a:srcRect l="11432" r="11432"/>
          <a:stretch>
            <a:fillRect/>
          </a:stretch>
        </p:blipFill>
        <p:spPr>
          <a:xfrm>
            <a:off x="7703820" y="2560320"/>
            <a:ext cx="3832860" cy="27965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980" y="6256020"/>
            <a:ext cx="10668000" cy="264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4677C"/>
                </a:solidFill>
                <a:latin typeface="DM Sans"/>
              </a:defRPr>
            </a:pPr>
            <a:r>
              <a:t>Live SAGA website • 26 Oct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6199" y="5570220"/>
            <a:ext cx="4495800" cy="275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64677C"/>
                </a:solidFill>
                <a:latin typeface="DM Sans"/>
              </a:defRPr>
            </a:pPr>
            <a:r>
              <a:t>Original Bunny artwork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06  /  THE FOUNDER BEHIND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07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37259"/>
            <a:ext cx="10668000" cy="88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380" b="1">
                <a:solidFill>
                  <a:srgbClr val="181933"/>
                </a:solidFill>
                <a:latin typeface="DM Sans"/>
              </a:defRPr>
            </a:pPr>
            <a:r>
              <a:t>An operator-led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668000" cy="88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380" b="1">
                <a:solidFill>
                  <a:srgbClr val="743FDF"/>
                </a:solidFill>
                <a:latin typeface="DM Sans"/>
              </a:defRPr>
            </a:pPr>
            <a:r>
              <a:t>consumer AI studio.</a:t>
            </a:r>
          </a:p>
        </p:txBody>
      </p:sp>
      <p:pic>
        <p:nvPicPr>
          <p:cNvPr id="9" name="Picture 8" descr="official_hero.webp.ppt-render.jpg"/>
          <p:cNvPicPr>
            <a:picLocks noChangeAspect="1"/>
          </p:cNvPicPr>
          <p:nvPr/>
        </p:nvPicPr>
        <p:blipFill>
          <a:blip r:embed="rId3"/>
          <a:srcRect l="7198" r="7198"/>
          <a:stretch>
            <a:fillRect/>
          </a:stretch>
        </p:blipFill>
        <p:spPr>
          <a:xfrm>
            <a:off x="594360" y="2743200"/>
            <a:ext cx="4960620" cy="3261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36920" y="2743200"/>
            <a:ext cx="5730240" cy="3261360"/>
          </a:xfrm>
          <a:prstGeom prst="roundRect">
            <a:avLst/>
          </a:prstGeom>
          <a:solidFill>
            <a:srgbClr val="F9F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1240" y="3017520"/>
            <a:ext cx="6080760" cy="4408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80" b="1">
                <a:solidFill>
                  <a:srgbClr val="1E223D"/>
                </a:solidFill>
                <a:latin typeface="DM Sans"/>
              </a:defRPr>
            </a:pPr>
            <a:r>
              <a:t>JOYCE MI  /  GGC 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1240" y="3634740"/>
            <a:ext cx="6080760" cy="3745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E223D"/>
                </a:solidFill>
                <a:latin typeface="DM Sans"/>
              </a:defRPr>
            </a:pPr>
            <a:r>
              <a:t>Zynga Product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1240" y="4030980"/>
            <a:ext cx="6080760" cy="3745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E223D"/>
                </a:solidFill>
                <a:latin typeface="DM Sans"/>
              </a:defRPr>
            </a:pPr>
            <a:r>
              <a:t>Gameloft Head of Asian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1240" y="4480560"/>
            <a:ext cx="6080760" cy="628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677C"/>
                </a:solidFill>
                <a:latin typeface="DM Sans"/>
              </a:defRPr>
            </a:pPr>
            <a:r>
              <a:t>Global game products, LiveOps, publishing</a:t>
            </a:r>
            <a:br/>
            <a:r>
              <a:t>and commercial operating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1240" y="5265420"/>
            <a:ext cx="6080760" cy="3082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743FDF"/>
                </a:solidFill>
                <a:latin typeface="DM Sans"/>
              </a:defRPr>
            </a:pPr>
            <a:r>
              <a:t>Author: Game Operations and Global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65760"/>
            <a:ext cx="10668000" cy="319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743FDF"/>
                </a:solidFill>
                <a:latin typeface="DM Sans"/>
              </a:defRPr>
            </a:pPr>
            <a:r>
              <a:t>07  /  VERIFIABLE PRODUCT &amp; APPLICATION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66800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GGC  /  BUNNY CRYSTAL ORACLE  /  SOURCE-VERIFIED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240" y="6537960"/>
            <a:ext cx="1889760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C849A"/>
                </a:solidFill>
                <a:latin typeface="DM Sans"/>
              </a:defRPr>
            </a:pPr>
            <a:r>
              <a:t>26 OCT 2026     08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0800"/>
            <a:ext cx="11003280" cy="15240"/>
          </a:xfrm>
          <a:prstGeom prst="rect">
            <a:avLst/>
          </a:prstGeom>
          <a:solidFill>
            <a:srgbClr val="EA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83920"/>
            <a:ext cx="10668000" cy="915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560" b="1">
                <a:solidFill>
                  <a:srgbClr val="181933"/>
                </a:solidFill>
                <a:latin typeface="DM Sans"/>
              </a:defRPr>
            </a:pPr>
            <a:r>
              <a:t>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15440"/>
            <a:ext cx="10668000" cy="915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560" b="1">
                <a:solidFill>
                  <a:srgbClr val="743FDF"/>
                </a:solidFill>
                <a:latin typeface="DM Sans"/>
              </a:defRPr>
            </a:pPr>
            <a:r>
              <a:t>real assets.</a:t>
            </a:r>
          </a:p>
        </p:txBody>
      </p:sp>
      <p:pic>
        <p:nvPicPr>
          <p:cNvPr id="9" name="Picture 8" descr="official_hero.webp.ppt-render.jpg"/>
          <p:cNvPicPr>
            <a:picLocks noChangeAspect="1"/>
          </p:cNvPicPr>
          <p:nvPr/>
        </p:nvPicPr>
        <p:blipFill>
          <a:blip r:embed="rId3"/>
          <a:srcRect l="13913" r="13913"/>
          <a:stretch>
            <a:fillRect/>
          </a:stretch>
        </p:blipFill>
        <p:spPr>
          <a:xfrm>
            <a:off x="594360" y="2506980"/>
            <a:ext cx="4221480" cy="3291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52060" y="2506980"/>
            <a:ext cx="6477000" cy="3291840"/>
          </a:xfrm>
          <a:prstGeom prst="roundRect">
            <a:avLst/>
          </a:prstGeom>
          <a:solidFill>
            <a:srgbClr val="F9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727960"/>
            <a:ext cx="6842760" cy="396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39" b="1">
                <a:solidFill>
                  <a:srgbClr val="1E223D"/>
                </a:solidFill>
                <a:latin typeface="DM Sans"/>
              </a:defRPr>
            </a:pPr>
            <a:r>
              <a:t>WHAT REVIEWERS CAN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307080"/>
            <a:ext cx="684276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26 original illustrated crystal-oracle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733799"/>
            <a:ext cx="684276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A public Bunny interactive web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160520"/>
            <a:ext cx="684276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An original Miss Bunny character and visual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587240"/>
            <a:ext cx="6842760" cy="330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4677C"/>
                </a:solidFill>
                <a:latin typeface="DM Sans"/>
              </a:defRPr>
            </a:pPr>
            <a:r>
              <a:t>A separate SAGA1001 product and world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5196840"/>
            <a:ext cx="6842760" cy="3082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743FDF"/>
                </a:solidFill>
                <a:latin typeface="DM Sans"/>
              </a:defRPr>
            </a:pPr>
            <a:r>
              <a:t>bunny.saga1001.com  /  saga1001.com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12180"/>
            <a:ext cx="10668000" cy="286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64677C"/>
                </a:solidFill>
                <a:latin typeface="DM Sans"/>
              </a:defRPr>
            </a:pPr>
            <a:r>
              <a:t>Source: Bunny Base44 code + SAGA GitHub originals. No fabricated screenshots, card images or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